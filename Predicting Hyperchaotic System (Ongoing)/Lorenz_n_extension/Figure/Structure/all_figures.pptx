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1" r:id="rId2"/>
    <p:sldId id="262" r:id="rId3"/>
    <p:sldId id="263" r:id="rId4"/>
    <p:sldId id="256" r:id="rId5"/>
    <p:sldId id="257" r:id="rId6"/>
    <p:sldId id="259" r:id="rId7"/>
    <p:sldId id="26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ructure" id="{D2EB0707-7FDF-4F69-962F-03D6A672C5B9}">
          <p14:sldIdLst>
            <p14:sldId id="261"/>
            <p14:sldId id="262"/>
            <p14:sldId id="263"/>
          </p14:sldIdLst>
        </p14:section>
        <p14:section name="Task1" id="{F50D6F80-260C-45A4-95BE-405F9F9C8B00}">
          <p14:sldIdLst>
            <p14:sldId id="256"/>
            <p14:sldId id="257"/>
          </p14:sldIdLst>
        </p14:section>
        <p14:section name="Task3" id="{BCA07C61-9770-4D8E-8ED2-97149BB016B0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6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5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5688CF-5DB1-4F9F-8985-8B5D3A8669C1}" type="datetimeFigureOut">
              <a:rPr lang="zh-CN" altLang="en-US" smtClean="0"/>
              <a:t>2024/7/28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A0B06-6EA8-4A79-8852-016CE60569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08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A0B06-6EA8-4A79-8852-016CE605699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147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C08F2B-CF0B-E417-2CE8-43F3F55B4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DA3331-C51F-087B-9207-4DAE5665F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13F831-785D-B7C4-55A7-42FC936B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FBD6E9-C86B-9B44-FB13-C67348DE3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C90E0E-D0B5-5858-7D70-98476F14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576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F98E9-250A-08D3-4698-023DED4D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431F74-A360-FF45-3313-77ED8CF04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D8D502-1A01-9A42-A097-36E03DE7B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509F01-9FBF-0494-28E5-4D096B176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2FFAAB-C224-65F7-32D4-3172EA28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097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BAA2F-1FD2-2191-E3D3-800751356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6B6E7E-F9EE-85EE-F3C1-892BA198A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8F50CF-FBAF-BBF9-D36A-EE15B98D1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699492-C888-36DD-93DB-836F5AD26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A6BB0F-D921-E066-0779-897D4EC17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340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69941-2CD1-33BF-BA80-B1E0704C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4E68E8-D69F-13DB-DF00-70F05ADAD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A32ACB-C357-9E0E-03A2-E68C00805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5B8DCD-507E-5A93-FB40-F036B38C6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15A1CC-558F-9523-7E48-9BCB9BD54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B3286A-96DF-A996-3965-EFF685BF6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868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DEF1D-8FBF-220E-0DA6-8EAAB48B4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BCF4EA-C500-1E36-7FB0-3EFC03988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DB0050-8132-DB50-8881-891B038B8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F03A7F-EFD9-07CD-C9DB-F3CFFFAD6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7E3F56-E9FB-1D17-55FE-5AD821479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851FB4-8360-A4EC-0147-9D48D8B36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67D1B9-9BFC-D334-543F-B76BF6266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4B0FE9-2F56-5100-3D39-66CF7000A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13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46202-DBCE-CF93-F118-B9F7D9434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4D67FC-FD05-20F2-0523-EEA8B03E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468D25-859E-EF3E-1988-EA10FBABF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4D1F4F-A48A-F269-A4C0-0D7E9F47D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623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7D07B6-B64E-FCC1-97A3-92B8AA481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DB72FF-0046-F90A-B8E0-E809F7BA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9DB18C-BED5-B0AA-B159-C3A14B207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744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C5267-290E-CE19-A4EE-4A8E5326F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EC306E-1B94-1029-213C-046C67772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B3BD5D-07DF-9DD7-B686-501179EC4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6D4903-EE80-234D-4F38-8EA23BCED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41227A-79E6-FFB5-B4DC-555B5E29D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07BA78-6EEC-E791-235F-DA3F718ED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018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58A295-3EC5-EDE0-D2B5-8681B5D4E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3226A2-6575-18B1-1900-BE72368762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AB7F13-E5C7-AF41-EFAC-9C3C7276C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E7F7D8-A562-1CE9-1D6E-C27FA1294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8E741C-B6BD-344C-B1B8-6D0C2C040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F6C882-2E90-D8D7-69E8-A2573EB9A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256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8B6C99-5D10-0F77-379C-93AF0947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B79ED3-23B6-E8AF-4F3B-0AA437B60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02A219-D048-1E50-A34D-39BCC0B96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910362-5AA5-110E-55E6-19FF5010B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5AB6EB-C49C-F866-19FC-F52E2F815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139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4D0EFC-6CEF-7CA9-271C-371AE1932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380273-8DFA-D9A8-DFFD-9A89713B2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2E303D-F679-C2D7-6714-F4CE19F69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625DA1-3A02-041A-1A96-1F57F81A9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19C29D-573B-1E0A-2EA4-A1359AFC0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44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BAAC4F-01B0-2DDE-A06A-904A1A735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1C03A3-51C5-9AAC-6644-C3DCF1CA5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EB2007-37A1-E4DE-6D31-C4A42F7A4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275AC-49E6-490F-8894-879A7DBA2426}" type="datetimeFigureOut">
              <a:rPr lang="zh-CN" altLang="en-US" smtClean="0"/>
              <a:t>2024/7/28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3A75C1-B080-B364-3188-CAD6C12FE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789486-54AE-5DB2-545E-43AC7773E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57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55E96C5-6519-426D-28C2-BE87EDF7B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916" y="1214892"/>
            <a:ext cx="865822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28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B8BCBE97-354B-363F-DF70-432FEF114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981" y="335244"/>
            <a:ext cx="9901238" cy="4538663"/>
          </a:xfrm>
          <a:prstGeom prst="rect">
            <a:avLst/>
          </a:prstGeom>
        </p:spPr>
      </p:pic>
      <p:pic>
        <p:nvPicPr>
          <p:cNvPr id="20" name="图片 19" descr="图示&#10;&#10;描述已自动生成">
            <a:extLst>
              <a:ext uri="{FF2B5EF4-FFF2-40B4-BE49-F238E27FC236}">
                <a16:creationId xmlns:a16="http://schemas.microsoft.com/office/drawing/2014/main" id="{D89849FE-FD9B-2562-60E7-E9DDD22C8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978" y="5217230"/>
            <a:ext cx="8677337" cy="542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038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CB5B8C9-1D9C-7CAA-EE63-D8712DED7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1476375"/>
            <a:ext cx="976312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940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FD000FA6-2CA7-8526-0589-865EE1F1130C}"/>
              </a:ext>
            </a:extLst>
          </p:cNvPr>
          <p:cNvSpPr/>
          <p:nvPr/>
        </p:nvSpPr>
        <p:spPr>
          <a:xfrm>
            <a:off x="1334" y="-395912"/>
            <a:ext cx="11697180" cy="104397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图片包含 图表&#10;&#10;描述已自动生成">
            <a:extLst>
              <a:ext uri="{FF2B5EF4-FFF2-40B4-BE49-F238E27FC236}">
                <a16:creationId xmlns:a16="http://schemas.microsoft.com/office/drawing/2014/main" id="{4F6750AE-5572-3EEE-DA10-404D02D3B8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364" y="0"/>
            <a:ext cx="2199416" cy="2160000"/>
          </a:xfrm>
          <a:prstGeom prst="rect">
            <a:avLst/>
          </a:prstGeom>
        </p:spPr>
      </p:pic>
      <p:pic>
        <p:nvPicPr>
          <p:cNvPr id="7" name="图片 6" descr="图片包含 图示&#10;&#10;描述已自动生成">
            <a:extLst>
              <a:ext uri="{FF2B5EF4-FFF2-40B4-BE49-F238E27FC236}">
                <a16:creationId xmlns:a16="http://schemas.microsoft.com/office/drawing/2014/main" id="{30D46AEB-99E8-BC7A-A91F-24F4946A89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540" y="0"/>
            <a:ext cx="2199416" cy="2160000"/>
          </a:xfrm>
          <a:prstGeom prst="rect">
            <a:avLst/>
          </a:prstGeom>
        </p:spPr>
      </p:pic>
      <p:pic>
        <p:nvPicPr>
          <p:cNvPr id="9" name="图片 8" descr="图片包含 图表&#10;&#10;描述已自动生成">
            <a:extLst>
              <a:ext uri="{FF2B5EF4-FFF2-40B4-BE49-F238E27FC236}">
                <a16:creationId xmlns:a16="http://schemas.microsoft.com/office/drawing/2014/main" id="{656C4D9E-2E4A-8968-E2F6-CB12081EDD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51" y="0"/>
            <a:ext cx="2203357" cy="2160000"/>
          </a:xfrm>
          <a:prstGeom prst="rect">
            <a:avLst/>
          </a:prstGeom>
        </p:spPr>
      </p:pic>
      <p:pic>
        <p:nvPicPr>
          <p:cNvPr id="11" name="图片 10" descr="图表&#10;&#10;描述已自动生成">
            <a:extLst>
              <a:ext uri="{FF2B5EF4-FFF2-40B4-BE49-F238E27FC236}">
                <a16:creationId xmlns:a16="http://schemas.microsoft.com/office/drawing/2014/main" id="{F0429E71-1154-0DD7-94D0-78C2571E80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988" y="236"/>
            <a:ext cx="2199344" cy="2160000"/>
          </a:xfrm>
          <a:prstGeom prst="rect">
            <a:avLst/>
          </a:prstGeom>
        </p:spPr>
      </p:pic>
      <p:pic>
        <p:nvPicPr>
          <p:cNvPr id="13" name="图片 12" descr="形状&#10;&#10;中度可信度描述已自动生成">
            <a:extLst>
              <a:ext uri="{FF2B5EF4-FFF2-40B4-BE49-F238E27FC236}">
                <a16:creationId xmlns:a16="http://schemas.microsoft.com/office/drawing/2014/main" id="{FA1BA5E3-EAD6-D5A3-8EED-EB82CDFA06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51" y="2321250"/>
            <a:ext cx="2199416" cy="2160000"/>
          </a:xfrm>
          <a:prstGeom prst="rect">
            <a:avLst/>
          </a:prstGeom>
        </p:spPr>
      </p:pic>
      <p:pic>
        <p:nvPicPr>
          <p:cNvPr id="15" name="图片 14" descr="图片包含 图表&#10;&#10;描述已自动生成">
            <a:extLst>
              <a:ext uri="{FF2B5EF4-FFF2-40B4-BE49-F238E27FC236}">
                <a16:creationId xmlns:a16="http://schemas.microsoft.com/office/drawing/2014/main" id="{23B10D25-F046-FA74-DF69-9521878544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378" y="2349000"/>
            <a:ext cx="2199416" cy="2160000"/>
          </a:xfrm>
          <a:prstGeom prst="rect">
            <a:avLst/>
          </a:prstGeom>
        </p:spPr>
      </p:pic>
      <p:pic>
        <p:nvPicPr>
          <p:cNvPr id="17" name="图片 16" descr="图表, 雷达图&#10;&#10;描述已自动生成">
            <a:extLst>
              <a:ext uri="{FF2B5EF4-FFF2-40B4-BE49-F238E27FC236}">
                <a16:creationId xmlns:a16="http://schemas.microsoft.com/office/drawing/2014/main" id="{91C84769-11B8-A936-7833-753D01C20A1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605" y="2349000"/>
            <a:ext cx="2230949" cy="2160000"/>
          </a:xfrm>
          <a:prstGeom prst="rect">
            <a:avLst/>
          </a:prstGeom>
        </p:spPr>
      </p:pic>
      <p:pic>
        <p:nvPicPr>
          <p:cNvPr id="19" name="图片 18" descr="图片包含 图表&#10;&#10;描述已自动生成">
            <a:extLst>
              <a:ext uri="{FF2B5EF4-FFF2-40B4-BE49-F238E27FC236}">
                <a16:creationId xmlns:a16="http://schemas.microsoft.com/office/drawing/2014/main" id="{1B55F2A8-77FC-5535-5FA5-ADFDCD4B58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364" y="2349000"/>
            <a:ext cx="2199416" cy="2160000"/>
          </a:xfrm>
          <a:prstGeom prst="rect">
            <a:avLst/>
          </a:prstGeom>
        </p:spPr>
      </p:pic>
      <p:pic>
        <p:nvPicPr>
          <p:cNvPr id="21" name="图片 20" descr="图片包含 形状&#10;&#10;描述已自动生成">
            <a:extLst>
              <a:ext uri="{FF2B5EF4-FFF2-40B4-BE49-F238E27FC236}">
                <a16:creationId xmlns:a16="http://schemas.microsoft.com/office/drawing/2014/main" id="{CA78D4E1-5D9F-074A-C278-676B82D1D1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51" y="4642500"/>
            <a:ext cx="2199416" cy="2160000"/>
          </a:xfrm>
          <a:prstGeom prst="rect">
            <a:avLst/>
          </a:prstGeom>
        </p:spPr>
      </p:pic>
      <p:pic>
        <p:nvPicPr>
          <p:cNvPr id="23" name="图片 22" descr="图片包含 形状&#10;&#10;描述已自动生成">
            <a:extLst>
              <a:ext uri="{FF2B5EF4-FFF2-40B4-BE49-F238E27FC236}">
                <a16:creationId xmlns:a16="http://schemas.microsoft.com/office/drawing/2014/main" id="{11B664C3-E5D0-B54C-C2A0-D38ECA37A1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889" y="4642500"/>
            <a:ext cx="2199416" cy="2160000"/>
          </a:xfrm>
          <a:prstGeom prst="rect">
            <a:avLst/>
          </a:prstGeom>
        </p:spPr>
      </p:pic>
      <p:pic>
        <p:nvPicPr>
          <p:cNvPr id="25" name="图片 24" descr="图表&#10;&#10;描述已自动生成">
            <a:extLst>
              <a:ext uri="{FF2B5EF4-FFF2-40B4-BE49-F238E27FC236}">
                <a16:creationId xmlns:a16="http://schemas.microsoft.com/office/drawing/2014/main" id="{B9F4B66A-9CE4-76AD-2B58-AB804D6FA74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627" y="4642500"/>
            <a:ext cx="2199416" cy="2160000"/>
          </a:xfrm>
          <a:prstGeom prst="rect">
            <a:avLst/>
          </a:prstGeom>
        </p:spPr>
      </p:pic>
      <p:pic>
        <p:nvPicPr>
          <p:cNvPr id="27" name="图片 26" descr="图片包含 图示&#10;&#10;描述已自动生成">
            <a:extLst>
              <a:ext uri="{FF2B5EF4-FFF2-40B4-BE49-F238E27FC236}">
                <a16:creationId xmlns:a16="http://schemas.microsoft.com/office/drawing/2014/main" id="{A98F7918-7261-0C95-55E1-0C4BAB12E9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364" y="4642500"/>
            <a:ext cx="2199416" cy="2160000"/>
          </a:xfrm>
          <a:prstGeom prst="rect">
            <a:avLst/>
          </a:prstGeom>
        </p:spPr>
      </p:pic>
      <p:pic>
        <p:nvPicPr>
          <p:cNvPr id="29" name="图片 28" descr="图片包含 徽标&#10;&#10;描述已自动生成">
            <a:extLst>
              <a:ext uri="{FF2B5EF4-FFF2-40B4-BE49-F238E27FC236}">
                <a16:creationId xmlns:a16="http://schemas.microsoft.com/office/drawing/2014/main" id="{20D70186-5108-57EF-013E-9C946B83A1D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51" y="6963750"/>
            <a:ext cx="2195345" cy="2160000"/>
          </a:xfrm>
          <a:prstGeom prst="rect">
            <a:avLst/>
          </a:prstGeom>
        </p:spPr>
      </p:pic>
      <p:pic>
        <p:nvPicPr>
          <p:cNvPr id="31" name="图片 30" descr="图片包含 图表&#10;&#10;描述已自动生成">
            <a:extLst>
              <a:ext uri="{FF2B5EF4-FFF2-40B4-BE49-F238E27FC236}">
                <a16:creationId xmlns:a16="http://schemas.microsoft.com/office/drawing/2014/main" id="{B74DF35B-39D1-8D86-38F7-B13365C8587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364" y="6963750"/>
            <a:ext cx="2199416" cy="2160000"/>
          </a:xfrm>
          <a:prstGeom prst="rect">
            <a:avLst/>
          </a:prstGeom>
        </p:spPr>
      </p:pic>
      <p:pic>
        <p:nvPicPr>
          <p:cNvPr id="33" name="图片 32" descr="图片包含 形状&#10;&#10;描述已自动生成">
            <a:extLst>
              <a:ext uri="{FF2B5EF4-FFF2-40B4-BE49-F238E27FC236}">
                <a16:creationId xmlns:a16="http://schemas.microsoft.com/office/drawing/2014/main" id="{A853EC7E-A636-A39D-CFB1-D860405F2BC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532" y="6963750"/>
            <a:ext cx="2199416" cy="2160000"/>
          </a:xfrm>
          <a:prstGeom prst="rect">
            <a:avLst/>
          </a:prstGeom>
        </p:spPr>
      </p:pic>
      <p:pic>
        <p:nvPicPr>
          <p:cNvPr id="35" name="图片 34" descr="图片包含 图表&#10;&#10;描述已自动生成">
            <a:extLst>
              <a:ext uri="{FF2B5EF4-FFF2-40B4-BE49-F238E27FC236}">
                <a16:creationId xmlns:a16="http://schemas.microsoft.com/office/drawing/2014/main" id="{8D6F80DE-5B19-C837-6ADC-B55E976A329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984" y="6963750"/>
            <a:ext cx="2195345" cy="2160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A09AF70-988A-96B1-158A-8BAEAE66E795}"/>
              </a:ext>
            </a:extLst>
          </p:cNvPr>
          <p:cNvSpPr txBox="1"/>
          <p:nvPr/>
        </p:nvSpPr>
        <p:spPr>
          <a:xfrm>
            <a:off x="384544" y="895334"/>
            <a:ext cx="352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D64095-846A-B1A7-07F1-A36C32AEFCD3}"/>
              </a:ext>
            </a:extLst>
          </p:cNvPr>
          <p:cNvSpPr txBox="1"/>
          <p:nvPr/>
        </p:nvSpPr>
        <p:spPr>
          <a:xfrm>
            <a:off x="384544" y="3216584"/>
            <a:ext cx="352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E62DCD-2AE6-AE74-668E-0ACDDF4C3225}"/>
              </a:ext>
            </a:extLst>
          </p:cNvPr>
          <p:cNvSpPr txBox="1"/>
          <p:nvPr/>
        </p:nvSpPr>
        <p:spPr>
          <a:xfrm>
            <a:off x="384544" y="5537834"/>
            <a:ext cx="352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40775E7-B843-29AA-980F-CD088D2DFFFE}"/>
              </a:ext>
            </a:extLst>
          </p:cNvPr>
          <p:cNvSpPr txBox="1"/>
          <p:nvPr/>
        </p:nvSpPr>
        <p:spPr>
          <a:xfrm>
            <a:off x="384544" y="7859084"/>
            <a:ext cx="352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2FB3C91-1319-A4F3-9AD3-81719F8A8277}"/>
              </a:ext>
            </a:extLst>
          </p:cNvPr>
          <p:cNvSpPr txBox="1"/>
          <p:nvPr/>
        </p:nvSpPr>
        <p:spPr>
          <a:xfrm>
            <a:off x="936471" y="-311457"/>
            <a:ext cx="2156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Ground Truth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4CCBCB6-D6CE-1304-226A-683ADB2841CC}"/>
              </a:ext>
            </a:extLst>
          </p:cNvPr>
          <p:cNvSpPr txBox="1"/>
          <p:nvPr/>
        </p:nvSpPr>
        <p:spPr>
          <a:xfrm>
            <a:off x="4170143" y="-311457"/>
            <a:ext cx="1457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NG-RC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53D4A5-A702-46E9-6012-66EFF2918238}"/>
              </a:ext>
            </a:extLst>
          </p:cNvPr>
          <p:cNvSpPr txBox="1"/>
          <p:nvPr/>
        </p:nvSpPr>
        <p:spPr>
          <a:xfrm>
            <a:off x="7011240" y="-311457"/>
            <a:ext cx="693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RC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67F74B-5463-4DE7-2530-7C85E7F76D94}"/>
              </a:ext>
            </a:extLst>
          </p:cNvPr>
          <p:cNvSpPr txBox="1"/>
          <p:nvPr/>
        </p:nvSpPr>
        <p:spPr>
          <a:xfrm>
            <a:off x="9753904" y="-311457"/>
            <a:ext cx="1165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72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D31E083-8CF6-DAA5-2A74-6301A6713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639" y="0"/>
            <a:ext cx="7682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19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3BCB7B1C-2F2D-60E3-0973-6A6D43399978}"/>
              </a:ext>
            </a:extLst>
          </p:cNvPr>
          <p:cNvSpPr/>
          <p:nvPr/>
        </p:nvSpPr>
        <p:spPr>
          <a:xfrm>
            <a:off x="377371" y="166914"/>
            <a:ext cx="11444515" cy="6132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图片包含 图示&#10;&#10;描述已自动生成">
            <a:extLst>
              <a:ext uri="{FF2B5EF4-FFF2-40B4-BE49-F238E27FC236}">
                <a16:creationId xmlns:a16="http://schemas.microsoft.com/office/drawing/2014/main" id="{9AC69631-3E56-FF77-17AB-576B1C7D8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484" y="3339208"/>
            <a:ext cx="2203358" cy="2160000"/>
          </a:xfrm>
          <a:prstGeom prst="rect">
            <a:avLst/>
          </a:prstGeom>
        </p:spPr>
      </p:pic>
      <p:pic>
        <p:nvPicPr>
          <p:cNvPr id="13" name="图片 12" descr="图片包含 图示&#10;&#10;描述已自动生成">
            <a:extLst>
              <a:ext uri="{FF2B5EF4-FFF2-40B4-BE49-F238E27FC236}">
                <a16:creationId xmlns:a16="http://schemas.microsoft.com/office/drawing/2014/main" id="{26717D85-313F-F6FF-6F65-FE1FEC484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852" y="623728"/>
            <a:ext cx="2199416" cy="2160000"/>
          </a:xfrm>
          <a:prstGeom prst="rect">
            <a:avLst/>
          </a:prstGeom>
        </p:spPr>
      </p:pic>
      <p:pic>
        <p:nvPicPr>
          <p:cNvPr id="14" name="图片 13" descr="图片包含 图表&#10;&#10;描述已自动生成">
            <a:extLst>
              <a:ext uri="{FF2B5EF4-FFF2-40B4-BE49-F238E27FC236}">
                <a16:creationId xmlns:a16="http://schemas.microsoft.com/office/drawing/2014/main" id="{1B28DDC2-DDB8-3FB7-0BDB-48C96CFA6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86" y="3325492"/>
            <a:ext cx="2187441" cy="2160000"/>
          </a:xfrm>
          <a:prstGeom prst="rect">
            <a:avLst/>
          </a:prstGeom>
        </p:spPr>
      </p:pic>
      <p:pic>
        <p:nvPicPr>
          <p:cNvPr id="15" name="图片 14" descr="图片包含 形状&#10;&#10;描述已自动生成">
            <a:extLst>
              <a:ext uri="{FF2B5EF4-FFF2-40B4-BE49-F238E27FC236}">
                <a16:creationId xmlns:a16="http://schemas.microsoft.com/office/drawing/2014/main" id="{7ABD62CC-B527-148F-3046-3770A47D77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38" y="610012"/>
            <a:ext cx="2203358" cy="21600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9D40122-4CDA-00AB-C899-2916D90077C0}"/>
              </a:ext>
            </a:extLst>
          </p:cNvPr>
          <p:cNvSpPr txBox="1"/>
          <p:nvPr/>
        </p:nvSpPr>
        <p:spPr>
          <a:xfrm>
            <a:off x="936471" y="240993"/>
            <a:ext cx="2156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Ground Truth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2DED42-4D21-7623-B84D-68AC6A16356E}"/>
              </a:ext>
            </a:extLst>
          </p:cNvPr>
          <p:cNvSpPr txBox="1"/>
          <p:nvPr/>
        </p:nvSpPr>
        <p:spPr>
          <a:xfrm>
            <a:off x="4108590" y="240993"/>
            <a:ext cx="1457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NG-RC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B35B98-0D35-55EC-54C8-CC1FAED71F12}"/>
              </a:ext>
            </a:extLst>
          </p:cNvPr>
          <p:cNvSpPr txBox="1"/>
          <p:nvPr/>
        </p:nvSpPr>
        <p:spPr>
          <a:xfrm>
            <a:off x="1432302" y="2956473"/>
            <a:ext cx="693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RC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FAA9A1F-7810-CA32-4596-576FB8BD1F33}"/>
              </a:ext>
            </a:extLst>
          </p:cNvPr>
          <p:cNvSpPr txBox="1"/>
          <p:nvPr/>
        </p:nvSpPr>
        <p:spPr>
          <a:xfrm>
            <a:off x="4174966" y="2956473"/>
            <a:ext cx="1165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7F4CC52-9C36-9AE9-DD6E-28D102037D5B}"/>
              </a:ext>
            </a:extLst>
          </p:cNvPr>
          <p:cNvSpPr txBox="1"/>
          <p:nvPr/>
        </p:nvSpPr>
        <p:spPr>
          <a:xfrm>
            <a:off x="3072402" y="5716397"/>
            <a:ext cx="352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6CD370-8761-0B7C-5B23-86A9F23EE212}"/>
              </a:ext>
            </a:extLst>
          </p:cNvPr>
          <p:cNvSpPr txBox="1"/>
          <p:nvPr/>
        </p:nvSpPr>
        <p:spPr>
          <a:xfrm>
            <a:off x="9151172" y="5716398"/>
            <a:ext cx="352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图片 25" descr="直方图&#10;&#10;描述已自动生成">
            <a:extLst>
              <a:ext uri="{FF2B5EF4-FFF2-40B4-BE49-F238E27FC236}">
                <a16:creationId xmlns:a16="http://schemas.microsoft.com/office/drawing/2014/main" id="{E432C2C1-2A53-5D32-2F64-1F72D3AB77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160" y="839989"/>
            <a:ext cx="4974346" cy="480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81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376DD97-B48F-12F4-E8BF-EF8227A17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1" y="404101"/>
            <a:ext cx="11443184" cy="615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430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1178</TotalTime>
  <Words>23</Words>
  <Application>Microsoft Office PowerPoint</Application>
  <PresentationFormat>宽屏</PresentationFormat>
  <Paragraphs>15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Rao, Huaiyuan</dc:creator>
  <cp:lastModifiedBy>Rao, Huaiyuan</cp:lastModifiedBy>
  <cp:revision>2</cp:revision>
  <dcterms:created xsi:type="dcterms:W3CDTF">2024-07-28T04:20:51Z</dcterms:created>
  <dcterms:modified xsi:type="dcterms:W3CDTF">2024-07-29T03:20:31Z</dcterms:modified>
</cp:coreProperties>
</file>