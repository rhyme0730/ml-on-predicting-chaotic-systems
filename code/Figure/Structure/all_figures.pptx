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62" r:id="rId3"/>
    <p:sldId id="263" r:id="rId4"/>
    <p:sldId id="256" r:id="rId5"/>
    <p:sldId id="257" r:id="rId6"/>
    <p:sldId id="264" r:id="rId7"/>
    <p:sldId id="265" r:id="rId8"/>
    <p:sldId id="266" r:id="rId9"/>
    <p:sldId id="267" r:id="rId10"/>
    <p:sldId id="259" r:id="rId11"/>
    <p:sldId id="26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ructure" id="{D2EB0707-7FDF-4F69-962F-03D6A672C5B9}">
          <p14:sldIdLst>
            <p14:sldId id="261"/>
            <p14:sldId id="262"/>
            <p14:sldId id="263"/>
          </p14:sldIdLst>
        </p14:section>
        <p14:section name="Task1" id="{F50D6F80-260C-45A4-95BE-405F9F9C8B00}">
          <p14:sldIdLst>
            <p14:sldId id="256"/>
            <p14:sldId id="257"/>
            <p14:sldId id="264"/>
            <p14:sldId id="265"/>
            <p14:sldId id="266"/>
            <p14:sldId id="267"/>
          </p14:sldIdLst>
        </p14:section>
        <p14:section name="Task3" id="{BCA07C61-9770-4D8E-8ED2-97149BB016B0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5" autoAdjust="0"/>
    <p:restoredTop sz="94660"/>
  </p:normalViewPr>
  <p:slideViewPr>
    <p:cSldViewPr snapToGrid="0">
      <p:cViewPr>
        <p:scale>
          <a:sx n="50" d="100"/>
          <a:sy n="50" d="100"/>
        </p:scale>
        <p:origin x="1053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688CF-5DB1-4F9F-8985-8B5D3A8669C1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A0B06-6EA8-4A79-8852-016CE60569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08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A0B06-6EA8-4A79-8852-016CE605699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14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08F2B-CF0B-E417-2CE8-43F3F55B4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DA3331-C51F-087B-9207-4DAE5665F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3F831-785D-B7C4-55A7-42FC936B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BD6E9-C86B-9B44-FB13-C67348DE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C90E0E-D0B5-5858-7D70-98476F14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576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F98E9-250A-08D3-4698-023DED4D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31F74-A360-FF45-3313-77ED8CF04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D8D502-1A01-9A42-A097-36E03DE7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509F01-9FBF-0494-28E5-4D096B176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FFAAB-C224-65F7-32D4-3172EA28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09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BAA2F-1FD2-2191-E3D3-80075135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B6E7E-F9EE-85EE-F3C1-892BA198A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8F50CF-FBAF-BBF9-D36A-EE15B98D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699492-C888-36DD-93DB-836F5AD2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A6BB0F-D921-E066-0779-897D4EC1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34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69941-2CD1-33BF-BA80-B1E0704C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4E68E8-D69F-13DB-DF00-70F05ADAD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A32ACB-C357-9E0E-03A2-E68C00805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5B8DCD-507E-5A93-FB40-F036B38C6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15A1CC-558F-9523-7E48-9BCB9BD5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B3286A-96DF-A996-3965-EFF685BF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868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DEF1D-8FBF-220E-0DA6-8EAAB48B4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BCF4EA-C500-1E36-7FB0-3EFC03988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DB0050-8132-DB50-8881-891B038B8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F03A7F-EFD9-07CD-C9DB-F3CFFFAD6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7E3F56-E9FB-1D17-55FE-5AD821479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851FB4-8360-A4EC-0147-9D48D8B3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67D1B9-9BFC-D334-543F-B76BF626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4B0FE9-2F56-5100-3D39-66CF7000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13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46202-DBCE-CF93-F118-B9F7D9434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4D67FC-FD05-20F2-0523-EEA8B03E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468D25-859E-EF3E-1988-EA10FBABF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4D1F4F-A48A-F269-A4C0-0D7E9F47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62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7D07B6-B64E-FCC1-97A3-92B8AA48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DB72FF-0046-F90A-B8E0-E809F7BA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DB18C-BED5-B0AA-B159-C3A14B20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74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C5267-290E-CE19-A4EE-4A8E5326F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EC306E-1B94-1029-213C-046C67772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B3BD5D-07DF-9DD7-B686-501179EC4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6D4903-EE80-234D-4F38-8EA23BCE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41227A-79E6-FFB5-B4DC-555B5E29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07BA78-6EEC-E791-235F-DA3F718E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01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8A295-3EC5-EDE0-D2B5-8681B5D4E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3226A2-6575-18B1-1900-BE7236876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AB7F13-E5C7-AF41-EFAC-9C3C7276C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E7F7D8-A562-1CE9-1D6E-C27FA1294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8E741C-B6BD-344C-B1B8-6D0C2C04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F6C882-2E90-D8D7-69E8-A2573EB9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256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B6C99-5D10-0F77-379C-93AF0947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B79ED3-23B6-E8AF-4F3B-0AA437B60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2A219-D048-1E50-A34D-39BCC0B96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910362-5AA5-110E-55E6-19FF5010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AB6EB-C49C-F866-19FC-F52E2F81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13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4D0EFC-6CEF-7CA9-271C-371AE1932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380273-8DFA-D9A8-DFFD-9A89713B2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2E303D-F679-C2D7-6714-F4CE19F6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25DA1-3A02-041A-1A96-1F57F81A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19C29D-573B-1E0A-2EA4-A1359AFC0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44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BAAC4F-01B0-2DDE-A06A-904A1A735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1C03A3-51C5-9AAC-6644-C3DCF1CA5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EB2007-37A1-E4DE-6D31-C4A42F7A4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275AC-49E6-490F-8894-879A7DBA2426}" type="datetimeFigureOut">
              <a:rPr lang="zh-CN" altLang="en-US" smtClean="0"/>
              <a:t>2024/7/29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3A75C1-B080-B364-3188-CAD6C12FE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89486-54AE-5DB2-545E-43AC7773E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07BD52-0354-4902-8ECA-D8F692BD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57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5E96C5-6519-426D-28C2-BE87EDF7B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16" y="1214892"/>
            <a:ext cx="86582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28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B8BCBE97-354B-363F-DF70-432FEF114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981" y="335244"/>
            <a:ext cx="9901238" cy="4538663"/>
          </a:xfrm>
          <a:prstGeom prst="rect">
            <a:avLst/>
          </a:prstGeom>
        </p:spPr>
      </p:pic>
      <p:pic>
        <p:nvPicPr>
          <p:cNvPr id="20" name="图片 19" descr="图示&#10;&#10;描述已自动生成">
            <a:extLst>
              <a:ext uri="{FF2B5EF4-FFF2-40B4-BE49-F238E27FC236}">
                <a16:creationId xmlns:a16="http://schemas.microsoft.com/office/drawing/2014/main" id="{D89849FE-FD9B-2562-60E7-E9DDD22C8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978" y="5217230"/>
            <a:ext cx="8677337" cy="542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3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CB5B8C9-1D9C-7CAA-EE63-D8712DED7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1476375"/>
            <a:ext cx="976312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40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D000FA6-2CA7-8526-0589-865EE1F1130C}"/>
              </a:ext>
            </a:extLst>
          </p:cNvPr>
          <p:cNvSpPr/>
          <p:nvPr/>
        </p:nvSpPr>
        <p:spPr>
          <a:xfrm>
            <a:off x="287538" y="-272622"/>
            <a:ext cx="7275312" cy="6178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片包含 图表&#10;&#10;描述已自动生成">
            <a:extLst>
              <a:ext uri="{FF2B5EF4-FFF2-40B4-BE49-F238E27FC236}">
                <a16:creationId xmlns:a16="http://schemas.microsoft.com/office/drawing/2014/main" id="{4F6750AE-5572-3EEE-DA10-404D02D3B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35" y="55500"/>
            <a:ext cx="1466277" cy="1440000"/>
          </a:xfrm>
          <a:prstGeom prst="rect">
            <a:avLst/>
          </a:prstGeom>
        </p:spPr>
      </p:pic>
      <p:pic>
        <p:nvPicPr>
          <p:cNvPr id="7" name="图片 6" descr="图片包含 图示&#10;&#10;描述已自动生成">
            <a:extLst>
              <a:ext uri="{FF2B5EF4-FFF2-40B4-BE49-F238E27FC236}">
                <a16:creationId xmlns:a16="http://schemas.microsoft.com/office/drawing/2014/main" id="{30D46AEB-99E8-BC7A-A91F-24F4946A8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717" y="21920"/>
            <a:ext cx="1466277" cy="1440000"/>
          </a:xfrm>
          <a:prstGeom prst="rect">
            <a:avLst/>
          </a:prstGeom>
        </p:spPr>
      </p:pic>
      <p:pic>
        <p:nvPicPr>
          <p:cNvPr id="9" name="图片 8" descr="图片包含 图表&#10;&#10;描述已自动生成">
            <a:extLst>
              <a:ext uri="{FF2B5EF4-FFF2-40B4-BE49-F238E27FC236}">
                <a16:creationId xmlns:a16="http://schemas.microsoft.com/office/drawing/2014/main" id="{656C4D9E-2E4A-8968-E2F6-CB12081EDD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51" y="0"/>
            <a:ext cx="1468905" cy="1440000"/>
          </a:xfrm>
          <a:prstGeom prst="rect">
            <a:avLst/>
          </a:prstGeom>
        </p:spPr>
      </p:pic>
      <p:pic>
        <p:nvPicPr>
          <p:cNvPr id="11" name="图片 10" descr="图表&#10;&#10;描述已自动生成">
            <a:extLst>
              <a:ext uri="{FF2B5EF4-FFF2-40B4-BE49-F238E27FC236}">
                <a16:creationId xmlns:a16="http://schemas.microsoft.com/office/drawing/2014/main" id="{F0429E71-1154-0DD7-94D0-78C2571E80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655" y="21920"/>
            <a:ext cx="1466229" cy="1440000"/>
          </a:xfrm>
          <a:prstGeom prst="rect">
            <a:avLst/>
          </a:prstGeom>
        </p:spPr>
      </p:pic>
      <p:pic>
        <p:nvPicPr>
          <p:cNvPr id="13" name="图片 12" descr="形状&#10;&#10;中度可信度描述已自动生成">
            <a:extLst>
              <a:ext uri="{FF2B5EF4-FFF2-40B4-BE49-F238E27FC236}">
                <a16:creationId xmlns:a16="http://schemas.microsoft.com/office/drawing/2014/main" id="{FA1BA5E3-EAD6-D5A3-8EED-EB82CDFA06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52" y="1441965"/>
            <a:ext cx="1466277" cy="1440000"/>
          </a:xfrm>
          <a:prstGeom prst="rect">
            <a:avLst/>
          </a:prstGeom>
        </p:spPr>
      </p:pic>
      <p:pic>
        <p:nvPicPr>
          <p:cNvPr id="15" name="图片 14" descr="图片包含 图表&#10;&#10;描述已自动生成">
            <a:extLst>
              <a:ext uri="{FF2B5EF4-FFF2-40B4-BE49-F238E27FC236}">
                <a16:creationId xmlns:a16="http://schemas.microsoft.com/office/drawing/2014/main" id="{23B10D25-F046-FA74-DF69-9521878544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943" y="1441965"/>
            <a:ext cx="1466277" cy="1440000"/>
          </a:xfrm>
          <a:prstGeom prst="rect">
            <a:avLst/>
          </a:prstGeom>
        </p:spPr>
      </p:pic>
      <p:pic>
        <p:nvPicPr>
          <p:cNvPr id="17" name="图片 16" descr="图表, 雷达图&#10;&#10;描述已自动生成">
            <a:extLst>
              <a:ext uri="{FF2B5EF4-FFF2-40B4-BE49-F238E27FC236}">
                <a16:creationId xmlns:a16="http://schemas.microsoft.com/office/drawing/2014/main" id="{91C84769-11B8-A936-7833-753D01C20A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734" y="1456578"/>
            <a:ext cx="1487299" cy="1440000"/>
          </a:xfrm>
          <a:prstGeom prst="rect">
            <a:avLst/>
          </a:prstGeom>
        </p:spPr>
      </p:pic>
      <p:pic>
        <p:nvPicPr>
          <p:cNvPr id="19" name="图片 18" descr="图片包含 图表&#10;&#10;描述已自动生成">
            <a:extLst>
              <a:ext uri="{FF2B5EF4-FFF2-40B4-BE49-F238E27FC236}">
                <a16:creationId xmlns:a16="http://schemas.microsoft.com/office/drawing/2014/main" id="{1B55F2A8-77FC-5535-5FA5-ADFDCD4B58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35" y="1478965"/>
            <a:ext cx="1466277" cy="1440000"/>
          </a:xfrm>
          <a:prstGeom prst="rect">
            <a:avLst/>
          </a:prstGeom>
        </p:spPr>
      </p:pic>
      <p:pic>
        <p:nvPicPr>
          <p:cNvPr id="21" name="图片 20" descr="图片包含 形状&#10;&#10;描述已自动生成">
            <a:extLst>
              <a:ext uri="{FF2B5EF4-FFF2-40B4-BE49-F238E27FC236}">
                <a16:creationId xmlns:a16="http://schemas.microsoft.com/office/drawing/2014/main" id="{CA78D4E1-5D9F-074A-C278-676B82D1D1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52" y="2883930"/>
            <a:ext cx="1466277" cy="1440000"/>
          </a:xfrm>
          <a:prstGeom prst="rect">
            <a:avLst/>
          </a:prstGeom>
        </p:spPr>
      </p:pic>
      <p:pic>
        <p:nvPicPr>
          <p:cNvPr id="23" name="图片 22" descr="图片包含 形状&#10;&#10;描述已自动生成">
            <a:extLst>
              <a:ext uri="{FF2B5EF4-FFF2-40B4-BE49-F238E27FC236}">
                <a16:creationId xmlns:a16="http://schemas.microsoft.com/office/drawing/2014/main" id="{11B664C3-E5D0-B54C-C2A0-D38ECA37A1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703" y="2883930"/>
            <a:ext cx="1466277" cy="1440000"/>
          </a:xfrm>
          <a:prstGeom prst="rect">
            <a:avLst/>
          </a:prstGeom>
        </p:spPr>
      </p:pic>
      <p:pic>
        <p:nvPicPr>
          <p:cNvPr id="25" name="图片 24" descr="图表&#10;&#10;描述已自动生成">
            <a:extLst>
              <a:ext uri="{FF2B5EF4-FFF2-40B4-BE49-F238E27FC236}">
                <a16:creationId xmlns:a16="http://schemas.microsoft.com/office/drawing/2014/main" id="{B9F4B66A-9CE4-76AD-2B58-AB804D6FA7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244" y="2891236"/>
            <a:ext cx="1466277" cy="1440000"/>
          </a:xfrm>
          <a:prstGeom prst="rect">
            <a:avLst/>
          </a:prstGeom>
        </p:spPr>
      </p:pic>
      <p:pic>
        <p:nvPicPr>
          <p:cNvPr id="27" name="图片 26" descr="图片包含 图示&#10;&#10;描述已自动生成">
            <a:extLst>
              <a:ext uri="{FF2B5EF4-FFF2-40B4-BE49-F238E27FC236}">
                <a16:creationId xmlns:a16="http://schemas.microsoft.com/office/drawing/2014/main" id="{A98F7918-7261-0C95-55E1-0C4BAB12E9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035" y="2902430"/>
            <a:ext cx="1466277" cy="1440000"/>
          </a:xfrm>
          <a:prstGeom prst="rect">
            <a:avLst/>
          </a:prstGeom>
        </p:spPr>
      </p:pic>
      <p:pic>
        <p:nvPicPr>
          <p:cNvPr id="29" name="图片 28" descr="图片包含 徽标&#10;&#10;描述已自动生成">
            <a:extLst>
              <a:ext uri="{FF2B5EF4-FFF2-40B4-BE49-F238E27FC236}">
                <a16:creationId xmlns:a16="http://schemas.microsoft.com/office/drawing/2014/main" id="{20D70186-5108-57EF-013E-9C946B83A1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26" y="4325895"/>
            <a:ext cx="1463563" cy="1440000"/>
          </a:xfrm>
          <a:prstGeom prst="rect">
            <a:avLst/>
          </a:prstGeom>
        </p:spPr>
      </p:pic>
      <p:pic>
        <p:nvPicPr>
          <p:cNvPr id="31" name="图片 30" descr="图片包含 图表&#10;&#10;描述已自动生成">
            <a:extLst>
              <a:ext uri="{FF2B5EF4-FFF2-40B4-BE49-F238E27FC236}">
                <a16:creationId xmlns:a16="http://schemas.microsoft.com/office/drawing/2014/main" id="{B74DF35B-39D1-8D86-38F7-B13365C858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242" y="4325895"/>
            <a:ext cx="1466277" cy="1440000"/>
          </a:xfrm>
          <a:prstGeom prst="rect">
            <a:avLst/>
          </a:prstGeom>
        </p:spPr>
      </p:pic>
      <p:pic>
        <p:nvPicPr>
          <p:cNvPr id="33" name="图片 32" descr="图片包含 形状&#10;&#10;描述已自动生成">
            <a:extLst>
              <a:ext uri="{FF2B5EF4-FFF2-40B4-BE49-F238E27FC236}">
                <a16:creationId xmlns:a16="http://schemas.microsoft.com/office/drawing/2014/main" id="{A853EC7E-A636-A39D-CFB1-D860405F2BC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161" y="4325895"/>
            <a:ext cx="1466277" cy="1440000"/>
          </a:xfrm>
          <a:prstGeom prst="rect">
            <a:avLst/>
          </a:prstGeom>
        </p:spPr>
      </p:pic>
      <p:pic>
        <p:nvPicPr>
          <p:cNvPr id="35" name="图片 34" descr="图片包含 图表&#10;&#10;描述已自动生成">
            <a:extLst>
              <a:ext uri="{FF2B5EF4-FFF2-40B4-BE49-F238E27FC236}">
                <a16:creationId xmlns:a16="http://schemas.microsoft.com/office/drawing/2014/main" id="{8D6F80DE-5B19-C837-6ADC-B55E976A329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415" y="4325895"/>
            <a:ext cx="1463563" cy="144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A09AF70-988A-96B1-158A-8BAEAE66E795}"/>
              </a:ext>
            </a:extLst>
          </p:cNvPr>
          <p:cNvSpPr txBox="1"/>
          <p:nvPr/>
        </p:nvSpPr>
        <p:spPr>
          <a:xfrm>
            <a:off x="334763" y="533367"/>
            <a:ext cx="35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D64095-846A-B1A7-07F1-A36C32AEFCD3}"/>
              </a:ext>
            </a:extLst>
          </p:cNvPr>
          <p:cNvSpPr txBox="1"/>
          <p:nvPr/>
        </p:nvSpPr>
        <p:spPr>
          <a:xfrm>
            <a:off x="287538" y="1977299"/>
            <a:ext cx="35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E62DCD-2AE6-AE74-668E-0ACDDF4C3225}"/>
              </a:ext>
            </a:extLst>
          </p:cNvPr>
          <p:cNvSpPr txBox="1"/>
          <p:nvPr/>
        </p:nvSpPr>
        <p:spPr>
          <a:xfrm>
            <a:off x="287538" y="3343274"/>
            <a:ext cx="35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0775E7-B843-29AA-980F-CD088D2DFFFE}"/>
              </a:ext>
            </a:extLst>
          </p:cNvPr>
          <p:cNvSpPr txBox="1"/>
          <p:nvPr/>
        </p:nvSpPr>
        <p:spPr>
          <a:xfrm>
            <a:off x="289557" y="4738277"/>
            <a:ext cx="352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2FB3C91-1319-A4F3-9AD3-81719F8A8277}"/>
              </a:ext>
            </a:extLst>
          </p:cNvPr>
          <p:cNvSpPr txBox="1"/>
          <p:nvPr/>
        </p:nvSpPr>
        <p:spPr>
          <a:xfrm>
            <a:off x="627539" y="-288704"/>
            <a:ext cx="2156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Ground Truth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CCBCB6-D6CE-1304-226A-683ADB2841CC}"/>
              </a:ext>
            </a:extLst>
          </p:cNvPr>
          <p:cNvSpPr txBox="1"/>
          <p:nvPr/>
        </p:nvSpPr>
        <p:spPr>
          <a:xfrm>
            <a:off x="2761418" y="-272622"/>
            <a:ext cx="1457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NG-RC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53D4A5-A702-46E9-6012-66EFF2918238}"/>
              </a:ext>
            </a:extLst>
          </p:cNvPr>
          <p:cNvSpPr txBox="1"/>
          <p:nvPr/>
        </p:nvSpPr>
        <p:spPr>
          <a:xfrm>
            <a:off x="4659577" y="-288704"/>
            <a:ext cx="693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RC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67F74B-5463-4DE7-2530-7C85E7F76D94}"/>
              </a:ext>
            </a:extLst>
          </p:cNvPr>
          <p:cNvSpPr txBox="1"/>
          <p:nvPr/>
        </p:nvSpPr>
        <p:spPr>
          <a:xfrm>
            <a:off x="6262021" y="-282436"/>
            <a:ext cx="1165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7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D31E083-8CF6-DAA5-2A74-6301A6713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22136" y="0"/>
            <a:ext cx="7682722" cy="6858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6D4BAC5-8B0B-8A15-3E50-97C39C805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142224"/>
            <a:ext cx="7328027" cy="62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1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41B156F-2E26-DF62-D9B6-85A6C8C1D9FB}"/>
              </a:ext>
            </a:extLst>
          </p:cNvPr>
          <p:cNvSpPr/>
          <p:nvPr/>
        </p:nvSpPr>
        <p:spPr>
          <a:xfrm>
            <a:off x="-6016450" y="-2611147"/>
            <a:ext cx="24602900" cy="1268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表&#10;&#10;中度可信度描述已自动生成">
            <a:extLst>
              <a:ext uri="{FF2B5EF4-FFF2-40B4-BE49-F238E27FC236}">
                <a16:creationId xmlns:a16="http://schemas.microsoft.com/office/drawing/2014/main" id="{9CD5EA9A-E3BC-F742-F9EF-D4C74E90C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41645" y="3384845"/>
            <a:ext cx="10899670" cy="5010922"/>
          </a:xfrm>
          <a:prstGeom prst="rect">
            <a:avLst/>
          </a:prstGeom>
        </p:spPr>
      </p:pic>
      <p:pic>
        <p:nvPicPr>
          <p:cNvPr id="7" name="图片 6" descr="图示&#10;&#10;中度可信度描述已自动生成">
            <a:extLst>
              <a:ext uri="{FF2B5EF4-FFF2-40B4-BE49-F238E27FC236}">
                <a16:creationId xmlns:a16="http://schemas.microsoft.com/office/drawing/2014/main" id="{4EBC563E-D8B8-E4C4-6B5C-167A45E6FC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32501" y="-2364404"/>
            <a:ext cx="10890526" cy="5020066"/>
          </a:xfrm>
          <a:prstGeom prst="rect">
            <a:avLst/>
          </a:prstGeom>
        </p:spPr>
      </p:pic>
      <p:pic>
        <p:nvPicPr>
          <p:cNvPr id="9" name="图片 8" descr="图片包含 图表&#10;&#10;描述已自动生成">
            <a:extLst>
              <a:ext uri="{FF2B5EF4-FFF2-40B4-BE49-F238E27FC236}">
                <a16:creationId xmlns:a16="http://schemas.microsoft.com/office/drawing/2014/main" id="{38933B73-3AF7-EB6A-2B3E-BB3EC101C0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288" y="3429000"/>
            <a:ext cx="10899670" cy="5010922"/>
          </a:xfrm>
          <a:prstGeom prst="rect">
            <a:avLst/>
          </a:prstGeom>
        </p:spPr>
      </p:pic>
      <p:pic>
        <p:nvPicPr>
          <p:cNvPr id="11" name="图片 10" descr="卡通人物&#10;&#10;描述已自动生成">
            <a:extLst>
              <a:ext uri="{FF2B5EF4-FFF2-40B4-BE49-F238E27FC236}">
                <a16:creationId xmlns:a16="http://schemas.microsoft.com/office/drawing/2014/main" id="{614D8426-5EF6-5B8F-9275-328482016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288" y="-2355260"/>
            <a:ext cx="10890526" cy="50109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CF87548-4A8B-869C-1570-0A9D8168024E}"/>
              </a:ext>
            </a:extLst>
          </p:cNvPr>
          <p:cNvSpPr txBox="1"/>
          <p:nvPr/>
        </p:nvSpPr>
        <p:spPr>
          <a:xfrm>
            <a:off x="0" y="2147830"/>
            <a:ext cx="1457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</a:t>
            </a:r>
            <a:endParaRPr lang="zh-CN" alt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B6DB74-D8EC-2891-3374-8105AC4AD35E}"/>
              </a:ext>
            </a:extLst>
          </p:cNvPr>
          <p:cNvSpPr txBox="1"/>
          <p:nvPr/>
        </p:nvSpPr>
        <p:spPr>
          <a:xfrm>
            <a:off x="12467772" y="2147830"/>
            <a:ext cx="1457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zh-CN" alt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B70847-F2E8-8BAD-7120-58B473C0A364}"/>
              </a:ext>
            </a:extLst>
          </p:cNvPr>
          <p:cNvSpPr txBox="1"/>
          <p:nvPr/>
        </p:nvSpPr>
        <p:spPr>
          <a:xfrm>
            <a:off x="0" y="8114341"/>
            <a:ext cx="1457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  <a:endParaRPr lang="zh-CN" alt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C4A768-F96B-E337-4AA4-E8791E8056C6}"/>
              </a:ext>
            </a:extLst>
          </p:cNvPr>
          <p:cNvSpPr txBox="1"/>
          <p:nvPr/>
        </p:nvSpPr>
        <p:spPr>
          <a:xfrm>
            <a:off x="12467772" y="8114341"/>
            <a:ext cx="1457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</a:t>
            </a:r>
            <a:endParaRPr lang="zh-CN" alt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18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C18939-4BFC-6CE4-E201-C03A6FAA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844"/>
            <a:ext cx="12192000" cy="628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10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77BEA9D-3B76-2B64-7936-07F3F008F8CC}"/>
              </a:ext>
            </a:extLst>
          </p:cNvPr>
          <p:cNvSpPr/>
          <p:nvPr/>
        </p:nvSpPr>
        <p:spPr>
          <a:xfrm>
            <a:off x="1924049" y="-728662"/>
            <a:ext cx="6867525" cy="7653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图片包含 图表&#10;&#10;描述已自动生成">
            <a:extLst>
              <a:ext uri="{FF2B5EF4-FFF2-40B4-BE49-F238E27FC236}">
                <a16:creationId xmlns:a16="http://schemas.microsoft.com/office/drawing/2014/main" id="{76D38C65-75AB-938E-B17E-DFDB5CD03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107" y="-426211"/>
            <a:ext cx="6463150" cy="2968823"/>
          </a:xfrm>
          <a:prstGeom prst="rect">
            <a:avLst/>
          </a:prstGeom>
        </p:spPr>
      </p:pic>
      <p:pic>
        <p:nvPicPr>
          <p:cNvPr id="6" name="图片 5" descr="图片包含 图表&#10;&#10;描述已自动生成">
            <a:extLst>
              <a:ext uri="{FF2B5EF4-FFF2-40B4-BE49-F238E27FC236}">
                <a16:creationId xmlns:a16="http://schemas.microsoft.com/office/drawing/2014/main" id="{757CC1C2-C784-A0B8-6C17-7FBA14DF5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104" y="2877183"/>
            <a:ext cx="6463151" cy="398081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B9D556A-BEF1-748A-8EC2-61D89481BF6D}"/>
              </a:ext>
            </a:extLst>
          </p:cNvPr>
          <p:cNvSpPr/>
          <p:nvPr/>
        </p:nvSpPr>
        <p:spPr>
          <a:xfrm>
            <a:off x="2938463" y="2957513"/>
            <a:ext cx="466725" cy="1023937"/>
          </a:xfrm>
          <a:prstGeom prst="rect">
            <a:avLst/>
          </a:prstGeom>
          <a:solidFill>
            <a:schemeClr val="bg1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DE314F4-5E15-341D-281C-743E3A133E39}"/>
              </a:ext>
            </a:extLst>
          </p:cNvPr>
          <p:cNvSpPr/>
          <p:nvPr/>
        </p:nvSpPr>
        <p:spPr>
          <a:xfrm>
            <a:off x="2938463" y="4200525"/>
            <a:ext cx="466725" cy="1023937"/>
          </a:xfrm>
          <a:prstGeom prst="rect">
            <a:avLst/>
          </a:prstGeom>
          <a:solidFill>
            <a:schemeClr val="bg1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AABA4D-123A-3103-CF68-0FE96515C70B}"/>
              </a:ext>
            </a:extLst>
          </p:cNvPr>
          <p:cNvSpPr/>
          <p:nvPr/>
        </p:nvSpPr>
        <p:spPr>
          <a:xfrm>
            <a:off x="2938463" y="5431632"/>
            <a:ext cx="466725" cy="1023937"/>
          </a:xfrm>
          <a:prstGeom prst="rect">
            <a:avLst/>
          </a:prstGeom>
          <a:solidFill>
            <a:schemeClr val="bg1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DD037B-3AF9-002F-E2AC-6D07A5EA4FE4}"/>
              </a:ext>
            </a:extLst>
          </p:cNvPr>
          <p:cNvSpPr/>
          <p:nvPr/>
        </p:nvSpPr>
        <p:spPr>
          <a:xfrm>
            <a:off x="2883694" y="2877183"/>
            <a:ext cx="569119" cy="363315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18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2714E97-545C-C485-51F7-D9CC1063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912" y="0"/>
            <a:ext cx="6148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2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3BCB7B1C-2F2D-60E3-0973-6A6D43399978}"/>
              </a:ext>
            </a:extLst>
          </p:cNvPr>
          <p:cNvSpPr/>
          <p:nvPr/>
        </p:nvSpPr>
        <p:spPr>
          <a:xfrm>
            <a:off x="377371" y="166914"/>
            <a:ext cx="11444515" cy="6132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图片包含 图示&#10;&#10;描述已自动生成">
            <a:extLst>
              <a:ext uri="{FF2B5EF4-FFF2-40B4-BE49-F238E27FC236}">
                <a16:creationId xmlns:a16="http://schemas.microsoft.com/office/drawing/2014/main" id="{9AC69631-3E56-FF77-17AB-576B1C7D8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84" y="3339208"/>
            <a:ext cx="2203358" cy="2160000"/>
          </a:xfrm>
          <a:prstGeom prst="rect">
            <a:avLst/>
          </a:prstGeom>
        </p:spPr>
      </p:pic>
      <p:pic>
        <p:nvPicPr>
          <p:cNvPr id="13" name="图片 12" descr="图片包含 图示&#10;&#10;描述已自动生成">
            <a:extLst>
              <a:ext uri="{FF2B5EF4-FFF2-40B4-BE49-F238E27FC236}">
                <a16:creationId xmlns:a16="http://schemas.microsoft.com/office/drawing/2014/main" id="{26717D85-313F-F6FF-6F65-FE1FEC484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852" y="623728"/>
            <a:ext cx="2199416" cy="2160000"/>
          </a:xfrm>
          <a:prstGeom prst="rect">
            <a:avLst/>
          </a:prstGeom>
        </p:spPr>
      </p:pic>
      <p:pic>
        <p:nvPicPr>
          <p:cNvPr id="14" name="图片 13" descr="图片包含 图表&#10;&#10;描述已自动生成">
            <a:extLst>
              <a:ext uri="{FF2B5EF4-FFF2-40B4-BE49-F238E27FC236}">
                <a16:creationId xmlns:a16="http://schemas.microsoft.com/office/drawing/2014/main" id="{1B28DDC2-DDB8-3FB7-0BDB-48C96CFA6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86" y="3325492"/>
            <a:ext cx="2187441" cy="2160000"/>
          </a:xfrm>
          <a:prstGeom prst="rect">
            <a:avLst/>
          </a:prstGeom>
        </p:spPr>
      </p:pic>
      <p:pic>
        <p:nvPicPr>
          <p:cNvPr id="15" name="图片 14" descr="图片包含 形状&#10;&#10;描述已自动生成">
            <a:extLst>
              <a:ext uri="{FF2B5EF4-FFF2-40B4-BE49-F238E27FC236}">
                <a16:creationId xmlns:a16="http://schemas.microsoft.com/office/drawing/2014/main" id="{7ABD62CC-B527-148F-3046-3770A47D77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38" y="610012"/>
            <a:ext cx="2203358" cy="2160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9D40122-4CDA-00AB-C899-2916D90077C0}"/>
              </a:ext>
            </a:extLst>
          </p:cNvPr>
          <p:cNvSpPr txBox="1"/>
          <p:nvPr/>
        </p:nvSpPr>
        <p:spPr>
          <a:xfrm>
            <a:off x="936471" y="240993"/>
            <a:ext cx="2156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Ground Truth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2DED42-4D21-7623-B84D-68AC6A16356E}"/>
              </a:ext>
            </a:extLst>
          </p:cNvPr>
          <p:cNvSpPr txBox="1"/>
          <p:nvPr/>
        </p:nvSpPr>
        <p:spPr>
          <a:xfrm>
            <a:off x="4108590" y="240993"/>
            <a:ext cx="1457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NG-RC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EB35B98-0D35-55EC-54C8-CC1FAED71F12}"/>
              </a:ext>
            </a:extLst>
          </p:cNvPr>
          <p:cNvSpPr txBox="1"/>
          <p:nvPr/>
        </p:nvSpPr>
        <p:spPr>
          <a:xfrm>
            <a:off x="1432302" y="2956473"/>
            <a:ext cx="693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RC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AA9A1F-7810-CA32-4596-576FB8BD1F33}"/>
              </a:ext>
            </a:extLst>
          </p:cNvPr>
          <p:cNvSpPr txBox="1"/>
          <p:nvPr/>
        </p:nvSpPr>
        <p:spPr>
          <a:xfrm>
            <a:off x="4174966" y="2956473"/>
            <a:ext cx="1165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LSTM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F4CC52-9C36-9AE9-DD6E-28D102037D5B}"/>
              </a:ext>
            </a:extLst>
          </p:cNvPr>
          <p:cNvSpPr txBox="1"/>
          <p:nvPr/>
        </p:nvSpPr>
        <p:spPr>
          <a:xfrm>
            <a:off x="3072402" y="5716397"/>
            <a:ext cx="352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6CD370-8761-0B7C-5B23-86A9F23EE212}"/>
              </a:ext>
            </a:extLst>
          </p:cNvPr>
          <p:cNvSpPr txBox="1"/>
          <p:nvPr/>
        </p:nvSpPr>
        <p:spPr>
          <a:xfrm>
            <a:off x="9151172" y="5716398"/>
            <a:ext cx="352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 descr="直方图&#10;&#10;描述已自动生成">
            <a:extLst>
              <a:ext uri="{FF2B5EF4-FFF2-40B4-BE49-F238E27FC236}">
                <a16:creationId xmlns:a16="http://schemas.microsoft.com/office/drawing/2014/main" id="{E432C2C1-2A53-5D32-2F64-1F72D3AB77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160" y="839989"/>
            <a:ext cx="4974346" cy="480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81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376DD97-B48F-12F4-E8BF-EF8227A17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" y="404101"/>
            <a:ext cx="11443184" cy="61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430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31</Words>
  <Application>Microsoft Office PowerPoint</Application>
  <PresentationFormat>宽屏</PresentationFormat>
  <Paragraphs>19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Rao, Huaiyuan</dc:creator>
  <cp:lastModifiedBy>Rao, Huaiyuan</cp:lastModifiedBy>
  <cp:revision>3</cp:revision>
  <dcterms:created xsi:type="dcterms:W3CDTF">2024-07-28T04:20:51Z</dcterms:created>
  <dcterms:modified xsi:type="dcterms:W3CDTF">2024-07-30T04:18:20Z</dcterms:modified>
</cp:coreProperties>
</file>